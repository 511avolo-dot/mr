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تسليم 74٪ من الأوامر، و10 عالقة لدى المالية،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52 نشطاً · 5 ملغاة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قيمة المشتريات الفعلية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أوامر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15.4٪ من النشطة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20.4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59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عالقة لدى المالية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بانتظار التحويل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سُلّمت في موعدها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11 من 42 مُسلَّماً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كامل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لدى المالية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37320" y="2368296"/>
            <a:ext cx="838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3040" y="2368296"/>
            <a:ext cx="746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0" y="2953512"/>
            <a:ext cx="457200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953512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تقادم الأوامر المتأخرة (8)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764792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0 – 7 أيام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69720" y="1783080"/>
            <a:ext cx="22250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5440" y="1783080"/>
            <a:ext cx="21336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350008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8 – 14 يوم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368296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2240" y="2368296"/>
            <a:ext cx="111252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7960" y="2368296"/>
            <a:ext cx="102108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935224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15 – 30 يوم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953512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69720" y="2953512"/>
            <a:ext cx="222504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5440" y="2953512"/>
            <a:ext cx="21336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3520440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أكثر من 30 يوم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538728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538728"/>
            <a:ext cx="3337560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538728"/>
            <a:ext cx="32461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977639"/>
            <a:ext cx="5394960" cy="91440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078224"/>
            <a:ext cx="5029200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تأخير متفاقم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8 أوامر متأخرة: 5 تجاوزت 15 يوماً، و3 منها أكثر من 30 يوماً.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لم يُسلَّم في موعده سوى 26.2٪ من الأوامر، و10 أوامر عالقة لدى المالية — خلل في زمن الدورة.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مكامن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أوامر عالقة لدى المالية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بانتظار التحويل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20.4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59 يوماً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سُلّمت في موعدها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11 من 42 مُسلَّماً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 (عدداً)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37019" y="4343400"/>
            <a:ext cx="3286941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2739" y="4343400"/>
            <a:ext cx="3195501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35832" y="4800600"/>
            <a:ext cx="2988128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81552" y="4800600"/>
            <a:ext cx="2896688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7522" y="5257800"/>
            <a:ext cx="896438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73242" y="5257800"/>
            <a:ext cx="804998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تتركّز الأوامر في الصيانة والتشغيل (28 من 52)، و10 عالقة لدى المالية — أولوية: إلزام المالية بمدة التحويل.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التسليم في الموعد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90٪ فأكثر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الأوامر المتأخرة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15.4٪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أيام التأخير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20.4 يوم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 أيام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أوامر عالقة لدى المالية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10 أوامر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إلى الصفر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مؤشر صحة النظام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42٪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